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CEBF-0C53-C091-BB26-BC566D1A5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45942-A3D6-6569-79BD-0227137E8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2E634-272F-473D-75B8-BF7479E2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C179-72AF-947F-D086-0D1E00B4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D715-0EFE-3784-80BA-81B39DB5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75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F67E-0B96-0543-D161-83B899B6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7B44C-7673-2FE9-60E6-849AF6FE0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64803-4677-8A3F-40E4-F32BA684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03705-3ED3-24D3-DB5F-6C602D9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D217-DBD6-90C4-815C-110D76B8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8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7C31-5A5C-3C21-C001-0FB923F9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206EE-80DF-8544-7637-22F5FAC37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BA8C-4C86-9432-7EC6-7F5B995B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4FBD6-34BA-F8E0-9E50-A5C8EFAF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D5C9-D35E-92F5-7123-3D045DBF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8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EAB2-F7EF-4713-65B6-E0902F2D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1032-7AF6-C71B-3088-6B482CBAB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A6235-3735-8B56-1E5E-BB5701F19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EDF04-97BC-EE2E-FB14-A1529F6F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B2178-5B69-845F-09C1-1880D442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A173-0D85-65B8-DF12-2806A4C4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66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FD29-4309-2AA8-1F64-11D84A24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6ABD-8B5C-3A9A-F254-B84732BF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AD52-3013-69FC-7B08-D379C0848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A8490-BFD5-37E1-55C3-6DAB0184B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6B7D2-5CCC-1D42-B6FB-D2E379046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A8700-7EF2-3538-F4D4-D46DF007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296AC-A768-1E8F-4F8A-75AF1976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E399C-8839-CBCA-D023-C80CB816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92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81A5-9559-5425-F301-FEFD35CE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194B4-170C-CA0A-319A-C8FD1CB5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DC7E1-7BE0-4AE8-055A-BD05DE3E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A3FEF-34FC-A3A9-E6AC-42D60BF0F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37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8D143-3E2D-E44F-FB1B-EFEE6CC9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8C3A6-9E62-0AE3-9D14-FD13ED92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D7B47-5551-3F81-311D-CE65E438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55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77FF-6579-734F-0182-C28A37C7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F0A5-A69A-4CF9-4257-F63C234BB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94DF8-9DF4-0E17-CB56-84BE2F9E3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A9217-2B9F-FA4F-80EC-58B6BBC8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9E70-0BFF-2900-E9A1-6DD49285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C0CE4-61C7-2BB2-9DB3-7A219C9E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03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39F4-2175-A2AB-B0F2-71D32E88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4057D-3D02-1B22-BA3D-4F398ABFC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0A362-2C6F-66CF-2354-E7A909C6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B024B-960A-0DC3-02B0-F0EA0D2C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68ECE-D372-4CA3-B1BD-606C45C7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924B7-67CF-DA03-4910-FA2D4E55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06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3F46-E6A4-0B0C-AC07-5E5D02BD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34E4A-8EE6-EDA3-242B-1E1C374EC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B8C4-D80D-F634-3812-F48E95B6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D8155-C5F3-FA5C-AE2E-3A05F0AA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CC90A-5381-3878-F810-8CA98CD0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01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6A090-3D1A-1593-9EE9-58F48DB24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A2197-BFD5-1DBF-B97A-365B7680A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6F926-6AFB-C081-84EF-D658D92B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03D84-7457-A9A8-B2E0-6485A39D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748AD-60C1-EF11-B3D4-ED40153E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68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17D43-E76A-0FCB-3F19-49A383E9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0275-20CC-FEDE-0B4A-E22A13811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A803-776E-A543-5E66-CA8E96DF4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A2FD7-9478-4A9C-B4E3-5FBF9F61798F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B27DE-EFF0-28D0-18BD-C0096E908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2C796-59A1-2EE3-93F2-8F16E0CE1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9722E-2AE0-4C4D-AE22-176342C20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6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moon-planet-space-astronomy-1303512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12F6861-7225-9CD0-BD6B-B5D4B095DC92}"/>
              </a:ext>
            </a:extLst>
          </p:cNvPr>
          <p:cNvSpPr/>
          <p:nvPr/>
        </p:nvSpPr>
        <p:spPr>
          <a:xfrm>
            <a:off x="7153735" y="2438921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4902685-EE26-5E4B-855F-DC4B36C245A2}"/>
              </a:ext>
            </a:extLst>
          </p:cNvPr>
          <p:cNvSpPr/>
          <p:nvPr/>
        </p:nvSpPr>
        <p:spPr>
          <a:xfrm>
            <a:off x="1691588" y="2452777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C3F0E6-A7E3-84D3-06F6-A69BAA72AB05}"/>
              </a:ext>
            </a:extLst>
          </p:cNvPr>
          <p:cNvSpPr>
            <a:spLocks noChangeAspect="1"/>
          </p:cNvSpPr>
          <p:nvPr/>
        </p:nvSpPr>
        <p:spPr>
          <a:xfrm>
            <a:off x="7763546" y="3263317"/>
            <a:ext cx="853954" cy="853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data</a:t>
            </a:r>
          </a:p>
        </p:txBody>
      </p:sp>
      <p:sp>
        <p:nvSpPr>
          <p:cNvPr id="6" name="Star: 24 Points 5">
            <a:extLst>
              <a:ext uri="{FF2B5EF4-FFF2-40B4-BE49-F238E27FC236}">
                <a16:creationId xmlns:a16="http://schemas.microsoft.com/office/drawing/2014/main" id="{7712B051-0BFF-8DC8-A6BB-B580C620CF8E}"/>
              </a:ext>
            </a:extLst>
          </p:cNvPr>
          <p:cNvSpPr/>
          <p:nvPr/>
        </p:nvSpPr>
        <p:spPr>
          <a:xfrm>
            <a:off x="7970593" y="3249562"/>
            <a:ext cx="1562470" cy="1562470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9D7F003-35DC-EC68-E7F0-93AF6F097DD5}"/>
              </a:ext>
            </a:extLst>
          </p:cNvPr>
          <p:cNvSpPr/>
          <p:nvPr/>
        </p:nvSpPr>
        <p:spPr>
          <a:xfrm>
            <a:off x="2708610" y="3549789"/>
            <a:ext cx="1134964" cy="1134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</a:t>
            </a:r>
          </a:p>
        </p:txBody>
      </p:sp>
      <p:sp>
        <p:nvSpPr>
          <p:cNvPr id="3" name="Star: 24 Points 2">
            <a:extLst>
              <a:ext uri="{FF2B5EF4-FFF2-40B4-BE49-F238E27FC236}">
                <a16:creationId xmlns:a16="http://schemas.microsoft.com/office/drawing/2014/main" id="{925DCF2B-3882-CD38-7751-1F52AFE65CEB}"/>
              </a:ext>
            </a:extLst>
          </p:cNvPr>
          <p:cNvSpPr>
            <a:spLocks noChangeAspect="1"/>
          </p:cNvSpPr>
          <p:nvPr/>
        </p:nvSpPr>
        <p:spPr>
          <a:xfrm>
            <a:off x="3480779" y="3175755"/>
            <a:ext cx="1134964" cy="1134964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null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849E9-48A4-44A3-387B-7668FD9DDB22}"/>
              </a:ext>
            </a:extLst>
          </p:cNvPr>
          <p:cNvSpPr txBox="1"/>
          <p:nvPr/>
        </p:nvSpPr>
        <p:spPr>
          <a:xfrm>
            <a:off x="1971497" y="5865771"/>
            <a:ext cx="3169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is fixed</a:t>
            </a:r>
          </a:p>
          <a:p>
            <a:r>
              <a:rPr lang="en-GB" dirty="0"/>
              <a:t>Centred on P[data | null model]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462D5-CB98-D5FF-EC4C-87EAE2F637BC}"/>
              </a:ext>
            </a:extLst>
          </p:cNvPr>
          <p:cNvSpPr txBox="1"/>
          <p:nvPr/>
        </p:nvSpPr>
        <p:spPr>
          <a:xfrm>
            <a:off x="7153735" y="5865770"/>
            <a:ext cx="4067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&amp; observation process are uncertain</a:t>
            </a:r>
          </a:p>
          <a:p>
            <a:r>
              <a:rPr lang="en-GB" dirty="0"/>
              <a:t>Centred on P[model, </a:t>
            </a:r>
            <a:r>
              <a:rPr lang="en-GB" dirty="0" err="1"/>
              <a:t>obs</a:t>
            </a:r>
            <a:r>
              <a:rPr lang="en-GB" dirty="0"/>
              <a:t> process | data]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0AD36-E6B0-763A-56FC-8BCDB3D385D5}"/>
              </a:ext>
            </a:extLst>
          </p:cNvPr>
          <p:cNvSpPr txBox="1"/>
          <p:nvPr/>
        </p:nvSpPr>
        <p:spPr>
          <a:xfrm>
            <a:off x="2348331" y="1492530"/>
            <a:ext cx="2279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Conventional statistics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B50263-3AD3-F6EF-CB0A-B4D5E31C6D3B}"/>
              </a:ext>
            </a:extLst>
          </p:cNvPr>
          <p:cNvSpPr txBox="1"/>
          <p:nvPr/>
        </p:nvSpPr>
        <p:spPr>
          <a:xfrm>
            <a:off x="7132840" y="1416670"/>
            <a:ext cx="3485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Conditional probability (Bayes rule)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48A31EF-383D-D3CB-7B30-0BE13534D585}"/>
              </a:ext>
            </a:extLst>
          </p:cNvPr>
          <p:cNvSpPr/>
          <p:nvPr/>
        </p:nvSpPr>
        <p:spPr>
          <a:xfrm>
            <a:off x="7426400" y="2981084"/>
            <a:ext cx="1618019" cy="1575979"/>
          </a:xfrm>
          <a:prstGeom prst="flowChartConnector">
            <a:avLst/>
          </a:prstGeom>
          <a:noFill/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Star: 24 Points 10">
            <a:extLst>
              <a:ext uri="{FF2B5EF4-FFF2-40B4-BE49-F238E27FC236}">
                <a16:creationId xmlns:a16="http://schemas.microsoft.com/office/drawing/2014/main" id="{5DB1D25A-B143-BA08-21A6-087D7136E89A}"/>
              </a:ext>
            </a:extLst>
          </p:cNvPr>
          <p:cNvSpPr>
            <a:spLocks noChangeAspect="1"/>
          </p:cNvSpPr>
          <p:nvPr/>
        </p:nvSpPr>
        <p:spPr>
          <a:xfrm>
            <a:off x="8331892" y="3965951"/>
            <a:ext cx="1425053" cy="704738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obs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8191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200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93 -0.18796 C 0.00768 -0.18796 0.06667 -0.08125 0.06667 0.05371 C 0.06667 0.18727 0.00768 0.29746 -0.06393 0.29746 C -0.13568 0.29746 -0.19323 0.18727 -0.19323 0.05371 C -0.19323 -0.08125 -0.13568 -0.18796 -0.06393 -0.18796 Z " pathEditMode="relative" rAng="0" ptsTypes="AAAAA">
                                      <p:cBhvr>
                                        <p:cTn id="6" dur="4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2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path" presetSubtype="0" repeatCount="200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89 -0.18263 C 0.11576 -0.18263 0.175 -0.07407 0.175 0.05996 C 0.175 0.19445 0.11576 0.30487 0.04389 0.30487 C -0.02851 0.30487 -0.08671 0.19445 -0.08671 0.05996 C -0.08671 -0.07407 -0.02851 -0.18263 0.04389 -0.18263 Z " pathEditMode="relative" rAng="0" ptsTypes="AAAAA">
                                      <p:cBhvr>
                                        <p:cTn id="30" dur="4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24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path" presetSubtype="0" repeatCount="200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89 -0.18263 C 0.11576 -0.18263 0.175 -0.07407 0.175 0.05996 C 0.175 0.19445 0.11576 0.30487 0.04389 0.30487 C -0.02851 0.30487 -0.08671 0.19445 -0.08671 0.05996 C -0.08671 -0.07407 -0.02851 -0.18263 0.04389 -0.18263 Z " pathEditMode="relative" rAng="0" ptsTypes="AAAAA">
                                      <p:cBhvr>
                                        <p:cTn id="35" dur="4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2437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path" presetSubtype="0" repeatCount="200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89 -0.18263 C 0.11576 -0.18263 0.175 -0.07407 0.175 0.05996 C 0.175 0.19445 0.11576 0.30487 0.04389 0.30487 C -0.02851 0.30487 -0.08671 0.19445 -0.08671 0.05996 C -0.08671 -0.07407 -0.02851 -0.18263 0.04389 -0.18263 Z " pathEditMode="relative" rAng="0" ptsTypes="AAAAA">
                                      <p:cBhvr>
                                        <p:cTn id="40" dur="4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2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  <p:bldP spid="4" grpId="1" animBg="1"/>
      <p:bldP spid="6" grpId="0" animBg="1"/>
      <p:bldP spid="3" grpId="0" animBg="1"/>
      <p:bldP spid="8" grpId="0"/>
      <p:bldP spid="10" grpId="0"/>
      <p:bldP spid="5" grpId="0" animBg="1"/>
      <p:bldP spid="5" grpId="1" animBg="1"/>
      <p:bldP spid="11" grpId="0" animBg="1"/>
      <p:bldP spid="1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4902685-EE26-5E4B-855F-DC4B36C245A2}"/>
              </a:ext>
            </a:extLst>
          </p:cNvPr>
          <p:cNvSpPr/>
          <p:nvPr/>
        </p:nvSpPr>
        <p:spPr>
          <a:xfrm>
            <a:off x="1691588" y="2452777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12F6861-7225-9CD0-BD6B-B5D4B095DC92}"/>
              </a:ext>
            </a:extLst>
          </p:cNvPr>
          <p:cNvSpPr/>
          <p:nvPr/>
        </p:nvSpPr>
        <p:spPr>
          <a:xfrm>
            <a:off x="7153735" y="2438921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C3F0E6-A7E3-84D3-06F6-A69BAA72AB05}"/>
              </a:ext>
            </a:extLst>
          </p:cNvPr>
          <p:cNvSpPr>
            <a:spLocks noChangeAspect="1"/>
          </p:cNvSpPr>
          <p:nvPr/>
        </p:nvSpPr>
        <p:spPr>
          <a:xfrm>
            <a:off x="9468790" y="2452777"/>
            <a:ext cx="853954" cy="853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data</a:t>
            </a:r>
          </a:p>
        </p:txBody>
      </p:sp>
      <p:sp>
        <p:nvSpPr>
          <p:cNvPr id="6" name="Star: 24 Points 5">
            <a:extLst>
              <a:ext uri="{FF2B5EF4-FFF2-40B4-BE49-F238E27FC236}">
                <a16:creationId xmlns:a16="http://schemas.microsoft.com/office/drawing/2014/main" id="{7712B051-0BFF-8DC8-A6BB-B580C620CF8E}"/>
              </a:ext>
            </a:extLst>
          </p:cNvPr>
          <p:cNvSpPr/>
          <p:nvPr/>
        </p:nvSpPr>
        <p:spPr>
          <a:xfrm>
            <a:off x="7970593" y="3249562"/>
            <a:ext cx="1562470" cy="1562470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9D7F003-35DC-EC68-E7F0-93AF6F097DD5}"/>
              </a:ext>
            </a:extLst>
          </p:cNvPr>
          <p:cNvSpPr/>
          <p:nvPr/>
        </p:nvSpPr>
        <p:spPr>
          <a:xfrm>
            <a:off x="2708610" y="3549789"/>
            <a:ext cx="1134964" cy="1134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</a:t>
            </a:r>
          </a:p>
        </p:txBody>
      </p:sp>
      <p:sp>
        <p:nvSpPr>
          <p:cNvPr id="3" name="Star: 24 Points 2">
            <a:extLst>
              <a:ext uri="{FF2B5EF4-FFF2-40B4-BE49-F238E27FC236}">
                <a16:creationId xmlns:a16="http://schemas.microsoft.com/office/drawing/2014/main" id="{925DCF2B-3882-CD38-7751-1F52AFE65CEB}"/>
              </a:ext>
            </a:extLst>
          </p:cNvPr>
          <p:cNvSpPr>
            <a:spLocks noChangeAspect="1"/>
          </p:cNvSpPr>
          <p:nvPr/>
        </p:nvSpPr>
        <p:spPr>
          <a:xfrm>
            <a:off x="3725633" y="2294036"/>
            <a:ext cx="1134964" cy="1134964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null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849E9-48A4-44A3-387B-7668FD9DDB22}"/>
              </a:ext>
            </a:extLst>
          </p:cNvPr>
          <p:cNvSpPr txBox="1"/>
          <p:nvPr/>
        </p:nvSpPr>
        <p:spPr>
          <a:xfrm>
            <a:off x="1971497" y="5865771"/>
            <a:ext cx="3169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is fixed</a:t>
            </a:r>
          </a:p>
          <a:p>
            <a:r>
              <a:rPr lang="en-GB" dirty="0"/>
              <a:t>Centred on P[data | null model]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462D5-CB98-D5FF-EC4C-87EAE2F637BC}"/>
              </a:ext>
            </a:extLst>
          </p:cNvPr>
          <p:cNvSpPr txBox="1"/>
          <p:nvPr/>
        </p:nvSpPr>
        <p:spPr>
          <a:xfrm>
            <a:off x="7153735" y="5865770"/>
            <a:ext cx="4067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&amp; observation process are uncertain</a:t>
            </a:r>
          </a:p>
          <a:p>
            <a:r>
              <a:rPr lang="en-GB" dirty="0"/>
              <a:t>Centred on P[model, </a:t>
            </a:r>
            <a:r>
              <a:rPr lang="en-GB" dirty="0" err="1"/>
              <a:t>obs</a:t>
            </a:r>
            <a:r>
              <a:rPr lang="en-GB" dirty="0"/>
              <a:t> process | data]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0AD36-E6B0-763A-56FC-8BCDB3D385D5}"/>
              </a:ext>
            </a:extLst>
          </p:cNvPr>
          <p:cNvSpPr txBox="1"/>
          <p:nvPr/>
        </p:nvSpPr>
        <p:spPr>
          <a:xfrm>
            <a:off x="2348331" y="1492530"/>
            <a:ext cx="2279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Conventional statistics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B50263-3AD3-F6EF-CB0A-B4D5E31C6D3B}"/>
              </a:ext>
            </a:extLst>
          </p:cNvPr>
          <p:cNvSpPr txBox="1"/>
          <p:nvPr/>
        </p:nvSpPr>
        <p:spPr>
          <a:xfrm>
            <a:off x="7132840" y="1416670"/>
            <a:ext cx="3485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Conditional probability (Bayes rule)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F69AA61-341C-2BCA-4B18-F5C555585299}"/>
              </a:ext>
            </a:extLst>
          </p:cNvPr>
          <p:cNvSpPr/>
          <p:nvPr/>
        </p:nvSpPr>
        <p:spPr>
          <a:xfrm>
            <a:off x="9086757" y="2091764"/>
            <a:ext cx="1618019" cy="1575979"/>
          </a:xfrm>
          <a:prstGeom prst="flowChartConnector">
            <a:avLst/>
          </a:prstGeom>
          <a:noFill/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Star: 24 Points 11">
            <a:extLst>
              <a:ext uri="{FF2B5EF4-FFF2-40B4-BE49-F238E27FC236}">
                <a16:creationId xmlns:a16="http://schemas.microsoft.com/office/drawing/2014/main" id="{D44A329C-E68C-9A6D-9BF0-10361258BF7F}"/>
              </a:ext>
            </a:extLst>
          </p:cNvPr>
          <p:cNvSpPr>
            <a:spLocks noChangeAspect="1"/>
          </p:cNvSpPr>
          <p:nvPr/>
        </p:nvSpPr>
        <p:spPr>
          <a:xfrm>
            <a:off x="9992249" y="3076631"/>
            <a:ext cx="1425053" cy="704738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obs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20593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50C7-20AE-388F-F901-665C8BBE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B2CA055-FF2A-0C56-D029-081737285F7E}"/>
              </a:ext>
            </a:extLst>
          </p:cNvPr>
          <p:cNvSpPr/>
          <p:nvPr/>
        </p:nvSpPr>
        <p:spPr>
          <a:xfrm>
            <a:off x="1691588" y="2452777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8CF41422-689C-4432-6E2D-FA31776E9AE0}"/>
              </a:ext>
            </a:extLst>
          </p:cNvPr>
          <p:cNvSpPr/>
          <p:nvPr/>
        </p:nvSpPr>
        <p:spPr>
          <a:xfrm>
            <a:off x="7153735" y="2438921"/>
            <a:ext cx="3169009" cy="3328988"/>
          </a:xfrm>
          <a:prstGeom prst="flowChartConnector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6D0745-02DC-BF81-9B09-AFAF8279DFAF}"/>
              </a:ext>
            </a:extLst>
          </p:cNvPr>
          <p:cNvSpPr>
            <a:spLocks noChangeAspect="1"/>
          </p:cNvSpPr>
          <p:nvPr/>
        </p:nvSpPr>
        <p:spPr>
          <a:xfrm>
            <a:off x="9468790" y="2452777"/>
            <a:ext cx="853954" cy="853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data</a:t>
            </a:r>
          </a:p>
        </p:txBody>
      </p:sp>
      <p:sp>
        <p:nvSpPr>
          <p:cNvPr id="6" name="Star: 24 Points 5">
            <a:extLst>
              <a:ext uri="{FF2B5EF4-FFF2-40B4-BE49-F238E27FC236}">
                <a16:creationId xmlns:a16="http://schemas.microsoft.com/office/drawing/2014/main" id="{836A8180-3AA9-7215-1132-AADF0ABD29F0}"/>
              </a:ext>
            </a:extLst>
          </p:cNvPr>
          <p:cNvSpPr/>
          <p:nvPr/>
        </p:nvSpPr>
        <p:spPr>
          <a:xfrm>
            <a:off x="7970593" y="3249562"/>
            <a:ext cx="1562470" cy="1562470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F668D1-BEA7-D690-B28C-A7BAF6D89734}"/>
              </a:ext>
            </a:extLst>
          </p:cNvPr>
          <p:cNvSpPr/>
          <p:nvPr/>
        </p:nvSpPr>
        <p:spPr>
          <a:xfrm>
            <a:off x="2708610" y="3549789"/>
            <a:ext cx="1134964" cy="1134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</a:t>
            </a:r>
          </a:p>
        </p:txBody>
      </p:sp>
      <p:sp>
        <p:nvSpPr>
          <p:cNvPr id="3" name="Star: 24 Points 2">
            <a:extLst>
              <a:ext uri="{FF2B5EF4-FFF2-40B4-BE49-F238E27FC236}">
                <a16:creationId xmlns:a16="http://schemas.microsoft.com/office/drawing/2014/main" id="{55698466-9CC3-3F02-5C21-D31DBC5981FE}"/>
              </a:ext>
            </a:extLst>
          </p:cNvPr>
          <p:cNvSpPr>
            <a:spLocks noChangeAspect="1"/>
          </p:cNvSpPr>
          <p:nvPr/>
        </p:nvSpPr>
        <p:spPr>
          <a:xfrm>
            <a:off x="3725633" y="2294036"/>
            <a:ext cx="1134964" cy="1134964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null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C410B-2F41-7B63-EB33-499BCF91DFB0}"/>
              </a:ext>
            </a:extLst>
          </p:cNvPr>
          <p:cNvSpPr txBox="1"/>
          <p:nvPr/>
        </p:nvSpPr>
        <p:spPr>
          <a:xfrm>
            <a:off x="1971497" y="5865771"/>
            <a:ext cx="3169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Centred on P[data | null model]</a:t>
            </a:r>
          </a:p>
          <a:p>
            <a:r>
              <a:rPr lang="en-GB" dirty="0"/>
              <a:t>Data is fixed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35DFD-B56E-785B-B576-7EE8CF0C6522}"/>
              </a:ext>
            </a:extLst>
          </p:cNvPr>
          <p:cNvSpPr txBox="1"/>
          <p:nvPr/>
        </p:nvSpPr>
        <p:spPr>
          <a:xfrm>
            <a:off x="7153735" y="5865770"/>
            <a:ext cx="40673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Centred on P[model | data] (Bayes’ rule)</a:t>
            </a:r>
          </a:p>
          <a:p>
            <a:r>
              <a:rPr lang="en-GB" dirty="0"/>
              <a:t>Data &amp; observation process are uncertain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148EB-ACD9-F850-AC85-1EBA37EB86F9}"/>
              </a:ext>
            </a:extLst>
          </p:cNvPr>
          <p:cNvSpPr txBox="1"/>
          <p:nvPr/>
        </p:nvSpPr>
        <p:spPr>
          <a:xfrm>
            <a:off x="2348331" y="1492530"/>
            <a:ext cx="182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Data-centric 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F28E2-D044-C9A4-87DF-124765DAE110}"/>
              </a:ext>
            </a:extLst>
          </p:cNvPr>
          <p:cNvSpPr txBox="1"/>
          <p:nvPr/>
        </p:nvSpPr>
        <p:spPr>
          <a:xfrm>
            <a:off x="7132840" y="1416670"/>
            <a:ext cx="20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Model-centric view 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742BD42-2C88-0D11-55A7-D6167DF574D7}"/>
              </a:ext>
            </a:extLst>
          </p:cNvPr>
          <p:cNvSpPr/>
          <p:nvPr/>
        </p:nvSpPr>
        <p:spPr>
          <a:xfrm>
            <a:off x="9086757" y="2091764"/>
            <a:ext cx="1618019" cy="1575979"/>
          </a:xfrm>
          <a:prstGeom prst="flowChartConnector">
            <a:avLst/>
          </a:prstGeom>
          <a:noFill/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FA3E7D-7A69-7062-746A-CECE61BFD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52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206503" y="2999372"/>
            <a:ext cx="996545" cy="996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A25FDC-213B-DF50-8509-21C44DE07689}"/>
              </a:ext>
            </a:extLst>
          </p:cNvPr>
          <p:cNvSpPr txBox="1"/>
          <p:nvPr/>
        </p:nvSpPr>
        <p:spPr>
          <a:xfrm>
            <a:off x="10256030" y="3107467"/>
            <a:ext cx="897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err="1"/>
              <a:t>obs</a:t>
            </a:r>
            <a:endParaRPr lang="en-GB" dirty="0"/>
          </a:p>
          <a:p>
            <a:pPr algn="ctr"/>
            <a:r>
              <a:rPr lang="en-GB" dirty="0"/>
              <a:t>process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825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C2106B-740E-3FF7-8EC3-00D8646D3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B720B-F08D-8BD1-0FAD-68BFD82E3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114800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130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Levy</dc:creator>
  <cp:lastModifiedBy>Peter Levy</cp:lastModifiedBy>
  <cp:revision>15</cp:revision>
  <dcterms:created xsi:type="dcterms:W3CDTF">2024-07-23T22:45:18Z</dcterms:created>
  <dcterms:modified xsi:type="dcterms:W3CDTF">2025-08-28T15:18:02Z</dcterms:modified>
</cp:coreProperties>
</file>